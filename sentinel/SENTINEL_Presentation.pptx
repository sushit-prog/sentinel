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AAFF"/>
                </a:solidFill>
              </a:defRPr>
            </a:pPr>
            <a:r>
              <a:t>Digital Public Safety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ET AI Hackathon 2.0  |  AI for Digital Public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74151"/>
                </a:solidFill>
              </a:defRPr>
            </a:pPr>
            <a:r>
              <a:t>SCAMWatch  •  CURRENCYGuard  •  FRAUDGraph  •  GeoIntel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1.14 million cybercrime complaints in 2023 — up 60% from 2022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Rs 1,776 crore lost to digital arrest scams in 9 months (2024)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Counterfeit Rs 500 notes defeating manual detection at banks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Reactive investigation — need predictive threat neutralisation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Citizens lack real-time tools to verify suspicious messages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Our Solution: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4-module AI platform for proactive fraud detection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Cross-module intelligence sharing via shared ChromaDB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Real-time scam detection + citizen protection alerts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Court-admissible evidence packaging for law enforcement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Multi-language support (Hindi, Tamil, Bengali, Telugu)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Geospatial threat mapping with 15 NCRB/RBI hotspots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Frontend: Streamlit (multi-page, dark theme)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Backend: FastAPI (11+ REST endpoints)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LLM: Groq Llama 3.3 70B via langchain-groq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Agent Framework: LangGraph (5/4/6-node pipelines)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Vector Store: ChromaDB (shared intelligence layer)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Computer Vision: OpenCV (7 security feature checks)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Graph Analysis: NetworkX + pyvis visualization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Graph Database: Neo4j Aura (with in-memory fallback)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</a:defRPr>
            </a:pPr>
            <a:r>
              <a:t>SCAMWatch — AI Scam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7 scam types: Digital Arrest, Fake KYC, Fake Investment, Fake Job, Fake Lottery, Impersonation, Romance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5-node LangGraph pipeline: Classify → LLM Analysis → Parse → Score → Store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Risk scoring engine with keyword, urgency, and authority detection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Citizen Alert with emergency contacts (1930, cybercrime.gov.in)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File Complaint button → cybercrime.gov.in (NCRB portal)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Number Block button → sancharsaathi.gov.in (TRAI/Chakshu)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Multi-language: English, Hindi, Tamil, Bengali, Telugu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Accuracy: 85% | False positive rate: 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CC15"/>
                </a:solidFill>
              </a:defRPr>
            </a:pPr>
            <a:r>
              <a:t>CURRENCYGuard — Currency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7 OpenCV security feature checks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Play money / obvious fake detection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Supported: ₹50, ₹100, ₹200, ₹500, ₹2000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Checks: Aspect ratio, Color distribution, Security thread, Serial number, Watermark, Print sharpness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Verdicts: GENUINE, SUSPECT, COUNTERFEIT, INCONCLUSIVE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PDF authenticity reports with feature breakdown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LLM synthesis for expert reasoning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</a:defRPr>
            </a:pPr>
            <a:r>
              <a:t>FRAUDGraph — Fraud Network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Entity extraction: Phone, Account, Device, Victim, Location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LLM-powered entity extraction from victim statements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Graph analysis: Connected components + betweenness centrality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Interactive pyvis network visualization (dark theme)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Court-admissible evidence kit (ZIP: PDF + Graph HTML + CSV + JSON + Manifest)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Legal disclaimers: IT Act 2000, DPDP Act 2023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Neo4j graph persistence with in-memory fallback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GeoIntel +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15 NCRB/RBI/MHA reported fraud hotspots across India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Pydeck interactive heatmap with dark theme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Live Threat Monitor with timeline chart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Cross-module correlations (phone/account matching)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Real-time activity feed across all modules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Module health checks and status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AFF"/>
                </a:solidFill>
              </a:defRPr>
            </a:pPr>
            <a:r>
              <a:t>Citizen Fraud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WhatsApp-style chat interface for scam detection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Real-time analysis via SCAMWatch backend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Sample scam messages to try (Digital Arrest, Fake KYC, Fake Investment, Lottery)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Emergency contacts: 1930, cybercrime.gov.in, 181, 112, 14448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File Complaint → NCRB portal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Number Block → Sanchar Saathi / TRAI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Multi-language support for Indian citizens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Innovation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Cross-module intelligence sharing (unique moat)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Phone in SCAMWatch + FRAUDGraph = correlation alert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Hybrid rule+LLM approach (fast AND intelligent)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Zero-cost pre-classifier before LLM invocation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Play money detection (cost-efficient early exit)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Geospatial hotspot mapping with 15 real locations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Court-admissible evidence kit packaging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85% accuracy with 0 false positives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Citizens: Real-time scam detection before money transfer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Bank tellers: Instant currency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Law enforcement: Fraud ring mapping + evidence packages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Police: Geographic patrol prioritisation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Docker Compose ready for deployment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Cloud-ready: Neo4j Aura, Groq API, ChromaDB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Modular architecture — new modules without touching existing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Demo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Live demo: SCAMWatch → CURRENCYGuard → FRAUDGraph → GeoIntel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Future: WhatsApp Business API, IVR integration, 12 languages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Future: Real-time alerting, mobile app deployment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GitHub: github.com/Sushit-prog/SENTINEL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